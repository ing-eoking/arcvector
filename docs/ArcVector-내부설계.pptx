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A8C785"/>
                </a:solidFill>
                <a:latin typeface="Menlo"/>
                <a:ea typeface="Menlo"/>
                <a:cs typeface="Menlo"/>
              </a:rPr>
              <a:t>ARCVECTOR · 내부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>
                <a:solidFill>
                  <a:srgbClr val="F1F3EF"/>
                </a:solidFill>
                <a:latin typeface="Apple SD Gothic Neo"/>
                <a:ea typeface="Apple SD Gothic Neo"/>
                <a:cs typeface="Apple SD Gothic Neo"/>
              </a:rPr>
              <a:t>두 저장소를 하나처럼 보이게 하는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7680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949DA8"/>
                </a:solidFill>
                <a:latin typeface="Apple SD Gothic Neo"/>
                <a:ea typeface="Apple SD Gothic Neo"/>
                <a:cs typeface="Apple SD Gothic Neo"/>
              </a:rPr>
              <a:t>arcus Map 아이템이 원본이고 usearch 그래프는 캐시다. 명령 하나가 두 저장소를 건드리는데, 밖에서는 언제나 한쪽만 본 것처럼 보여야 한다. 이 발표는 그 제약이 코드를 어떤 모양으로 만들었는지에 대한 것이다.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인덱스 하나가 무엇인가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075687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ARCUS · 원본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32887"/>
            <a:ext cx="4297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인덱스 = Map 아이템 하나</a:t>
            </a:r>
          </a:p>
          <a:p>
            <a:pPr algn="l">
              <a:lnSpc>
                <a:spcPct val="150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벡터 = Map 원소 하나</a:t>
            </a:r>
          </a:p>
          <a:p>
            <a:pPr algn="l">
              <a:lnSpc>
                <a:spcPct val="150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복제·영속화가 따라가는 것이 이쪽</a:t>
            </a:r>
          </a:p>
          <a:p>
            <a:pPr algn="l">
              <a:lnSpc>
                <a:spcPct val="150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쓰기가 노드를 떠나는 지점도 이쪽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1" y="1874519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31151" y="2075687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USEARCH · 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1" y="2532887"/>
            <a:ext cx="4297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HNSW 노드와 u64 키뿐</a:t>
            </a:r>
          </a:p>
          <a:p>
            <a:pPr algn="l">
              <a:lnSpc>
                <a:spcPct val="150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복제도 영속화도 안 됨</a:t>
            </a:r>
          </a:p>
          <a:p>
            <a:pPr algn="l">
              <a:lnSpc>
                <a:spcPct val="150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언제든 Map에서 다시 만들 수 있어야 함</a:t>
            </a:r>
          </a:p>
          <a:p>
            <a:pPr algn="l">
              <a:lnSpc>
                <a:spcPct val="150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= 잃어도 되는 것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33288" y="3017519"/>
            <a:ext cx="813815" cy="0"/>
          </a:xfrm>
          <a:prstGeom prst="line">
            <a:avLst/>
          </a:prstGeom>
          <a:ln w="2540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23560" y="2587751"/>
            <a:ext cx="103327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재구축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1999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그래서 규칙이 하나 나온다 — </a:t>
            </a: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실패는 캐시가 낡는 쪽으로 나야지 원본이 틀리는 쪽으로 나면 안 된다.</a:t>
            </a:r>
          </a:p>
          <a:p>
            <a:pPr algn="l">
              <a:lnSpc>
                <a:spcPct val="145000"/>
              </a:lnSpc>
              <a:spcBef>
                <a:spcPts val="880"/>
              </a:spcBef>
            </a:pPr>
            <a:r>
              <a:rPr sz="16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노드가 하나 남는 것은 무해하다. 아무도 이름을 못 만들어서 모든 조회가 버린다. 반대로 Map에만 남으면 검색에서 영영 안 나오고, 재구축이 없는 빌드는 그것을 복구하지 못한다.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이후 모든 결정이 여기서 나온다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다섯 가지 불변식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79"/>
            <a:ext cx="566928" cy="566928"/>
          </a:xfrm>
          <a:prstGeom prst="rect">
            <a:avLst/>
          </a:prstGeom>
          <a:solidFill>
            <a:srgbClr val="16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79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1F3EF"/>
                </a:solidFill>
                <a:latin typeface="Menlo"/>
                <a:ea typeface="Menlo"/>
                <a:cs typeface="Menlo"/>
              </a:rPr>
              <a:t>I1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801367"/>
            <a:ext cx="97959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Map이 원본, 그래프는 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112263"/>
            <a:ext cx="9795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모든 쓰기가 엔진 먼저. 그 반대는 없다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42615"/>
            <a:ext cx="566928" cy="566928"/>
          </a:xfrm>
          <a:prstGeom prst="rect">
            <a:avLst/>
          </a:prstGeom>
          <a:solidFill>
            <a:srgbClr val="16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642615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1F3EF"/>
                </a:solidFill>
                <a:latin typeface="Menlo"/>
                <a:ea typeface="Menlo"/>
                <a:cs typeface="Menlo"/>
              </a:rPr>
              <a:t>I2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660903"/>
            <a:ext cx="97959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usearch 키 = 그 원소의 주소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971799"/>
            <a:ext cx="9795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key → id 가 조회가 아니라 역참조. refcount가 그것을 지킨다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02151"/>
            <a:ext cx="566928" cy="566928"/>
          </a:xfrm>
          <a:prstGeom prst="rect">
            <a:avLst/>
          </a:prstGeom>
          <a:solidFill>
            <a:srgbClr val="16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50215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1F3EF"/>
                </a:solidFill>
                <a:latin typeface="Menlo"/>
                <a:ea typeface="Menlo"/>
                <a:cs typeface="Menlo"/>
              </a:rPr>
              <a:t>I3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3520439"/>
            <a:ext cx="97959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원소는 링크된 뒤로 불변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831335"/>
            <a:ext cx="9795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FILTER가 엔진 락 없이 읽는다. 값이 바뀌면 언제나 새 원소로 교체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361687"/>
            <a:ext cx="566928" cy="566928"/>
          </a:xfrm>
          <a:prstGeom prst="rect">
            <a:avLst/>
          </a:prstGeom>
          <a:solidFill>
            <a:srgbClr val="16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361687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1F3EF"/>
                </a:solidFill>
                <a:latin typeface="Menlo"/>
                <a:ea typeface="Menlo"/>
                <a:cs typeface="Menlo"/>
              </a:rPr>
              <a:t>I4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4379975"/>
            <a:ext cx="97959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실패할 수 있는 일은 CLOG 앞에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4690871"/>
            <a:ext cx="9795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do_map_elem_link가 복제본에 알린다. 그 뒤 실패 = master가 포기한 쓰기를 복제본이 가짐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21223"/>
            <a:ext cx="566928" cy="566928"/>
          </a:xfrm>
          <a:prstGeom prst="rect">
            <a:avLst/>
          </a:prstGeom>
          <a:solidFill>
            <a:srgbClr val="16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22122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1F3EF"/>
                </a:solidFill>
                <a:latin typeface="Menlo"/>
                <a:ea typeface="Menlo"/>
                <a:cs typeface="Menlo"/>
              </a:rPr>
              <a:t>I5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5239511"/>
            <a:ext cx="97959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데몬은 죽지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8488" y="5550407"/>
            <a:ext cx="9795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메모리가 없으면 응답으로 답한다. 자라는 컬렉션은 전부 try_reserve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저장 형식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원소 하나에 무엇이 들어가나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ATTR은 내용이 얼마든 고정 128바이트. 자리를 아끼지 않는 선택이다.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59"/>
            <a:ext cx="914400" cy="713232"/>
          </a:xfrm>
          <a:prstGeom prst="rect">
            <a:avLst/>
          </a:prstGeom>
          <a:solidFill>
            <a:srgbClr val="E4E8E3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2194559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alen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2194559"/>
            <a:ext cx="2926080" cy="713232"/>
          </a:xfrm>
          <a:prstGeom prst="rect">
            <a:avLst/>
          </a:prstGeom>
          <a:solidFill>
            <a:srgbClr val="E4E8E3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691640" y="2194559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ATTR  128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194559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17720" y="2194559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벡터  dim × quant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04120" y="2194559"/>
            <a:ext cx="822960" cy="713232"/>
          </a:xfrm>
          <a:prstGeom prst="rect">
            <a:avLst/>
          </a:prstGeom>
          <a:solidFill>
            <a:srgbClr val="E4E8E3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04120" y="2194559"/>
            <a:ext cx="822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\r\n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7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VECTOR_OFFSET = 130, 상수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1187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벡터는 recovery 빌드에만 들어간다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14215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Map의 벡터를 읽는 곳은 재구축 하나뿐이고, 그건 replication·persistence 빌드에만 있다. vsim KEY의 질의 벡터는 그래프에서 읽는다.</a:t>
            </a:r>
          </a:p>
          <a:p>
            <a:pPr algn="l">
              <a:lnSpc>
                <a:spcPct val="145000"/>
              </a:lnSpc>
              <a:spcBef>
                <a:spcPts val="825"/>
              </a:spcBef>
            </a:pPr>
            <a:r>
              <a:rPr sz="15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768차원 f32 기준 3204 B → 132 B. 2M이면 6GB가 사라진다.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3977639"/>
            <a:ext cx="4510735" cy="2607183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50024" y="4123943"/>
            <a:ext cx="4218127" cy="2314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#[cfg(recovery)]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pub const fn element_len(&amp;self) -&gt; usize {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Self::VECTOR_OFFSET + self.vector_bytes()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}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#[cfg(not(recovery))]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pub const fn element_len(&amp;self) -&gt; usize {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Self::VECTOR_OFFSET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메타데이터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AV META — 이름이 우리 인덱스인지 답하는 유일한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같은 Map 안의 예약된 원소 하나. 모든 명령의 첫 걸음이 이걸 읽는 것이다.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59"/>
            <a:ext cx="10637215" cy="806958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112263"/>
            <a:ext cx="1034460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field  "AV META"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value  {"dim":768,"quant":"f32","metric":"cos","m":16,"efc":128,"efs":64,"owner":"a3f1…"}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83813"/>
            <a:ext cx="5577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값이 통째로 JSON이다.</a:t>
            </a: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 헤더가 없으니 고정 오프셋도 ATTR 상한도 없다. 벡터 원소와 같은 Map에 살지만 배치를 공유하지 않는다.</a:t>
            </a:r>
          </a:p>
          <a:p>
            <a:pPr algn="l">
              <a:lnSpc>
                <a:spcPct val="140000"/>
              </a:lnSpc>
              <a:spcBef>
                <a:spcPts val="797"/>
              </a:spcBef>
            </a:pPr>
            <a:r>
              <a:rPr sz="145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getattr로는 대신 못 한다.</a:t>
            </a: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 아이템 플래그는 mop create로 아무나 설정할 수 있어 평범한 Map이 우리 태그를 달 수 있고, owner에 대해서는 아무 말도 못 한다.</a:t>
            </a:r>
          </a:p>
          <a:p>
            <a:pPr algn="l">
              <a:lnSpc>
                <a:spcPct val="140000"/>
              </a:lnSpc>
              <a:spcBef>
                <a:spcPts val="797"/>
              </a:spcBef>
            </a:pP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이 원소가 없는 Map은 인덱스가 아니다.</a:t>
            </a: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 그래서 Map을 만드는 map_elem_insert 하나가 이것도 같이 넣는다 — 둘 사이에 창이 없다. 자리 하나를 먹으므로 Map은 maxcount + 1로 만들어진다.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038093"/>
            <a:ext cx="4510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읽으면 넷 중 하나다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46786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Usable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467861"/>
            <a:ext cx="30476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메타데이터를 읽었다 → owner 판정으로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03720" y="4034789"/>
            <a:ext cx="451073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03720" y="421766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A03636"/>
                </a:solidFill>
                <a:latin typeface="Menlo"/>
                <a:ea typeface="Menlo"/>
                <a:cs typeface="Menlo"/>
              </a:rPr>
              <a:t>NoMap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217669"/>
            <a:ext cx="30476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Map이 없다 → 그래프를 놓고 NOT_FOUND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03720" y="4784597"/>
            <a:ext cx="451073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03720" y="4967477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A03636"/>
                </a:solidFill>
                <a:latin typeface="Menlo"/>
                <a:ea typeface="Menlo"/>
                <a:cs typeface="Menlo"/>
              </a:rPr>
              <a:t>Damaged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967477"/>
            <a:ext cx="30476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우리 Map이 아니다 → 그래프를 놓는다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5534405"/>
            <a:ext cx="451073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03720" y="5717285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B6470"/>
                </a:solidFill>
                <a:latin typeface="Menlo"/>
                <a:ea typeface="Menlo"/>
                <a:cs typeface="Menlo"/>
              </a:rPr>
              <a:t>Unknown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717285"/>
            <a:ext cx="30476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엔진이 답을 못 했다 → 아무것도 놓지 않는다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20" y="6284213"/>
            <a:ext cx="451073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376672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Unknown을 NOT_FOUND로 뭉개지 않는 것이 중요하다.</a:t>
            </a: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 엔진이 한 번 딸꾹질할 때마다 멀쩡한 인덱스가 없다고 답하게 되고, ABI 불일치도 같은 말로 나가 버린다.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I2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키는 원소의 주소다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key → id 가 해시 조회가 아니라 역참조다. 원소가 자기 필드 바이트를 들고 있고, 그게 id다.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39"/>
            <a:ext cx="5394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한때 여기 id ↔ key 양방향 매핑이 있었다. 슬롯 배열, by_id 해시맵, 인터닝된 문자열, 키에 박은 세대, 슬롯 발급·퇴역·회수.</a:t>
            </a:r>
          </a:p>
          <a:p>
            <a:pPr algn="l">
              <a:lnSpc>
                <a:spcPct val="145000"/>
              </a:lnSpc>
              <a:spcBef>
                <a:spcPts val="880"/>
              </a:spcBef>
            </a:pP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2M 항목에 165MB → 주소 집합 40MB 남짓.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34839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4984" y="4617719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A03636"/>
                </a:solidFill>
                <a:latin typeface="Apple SD Gothic Neo"/>
                <a:ea typeface="Apple SD Gothic Neo"/>
                <a:cs typeface="Apple SD Gothic Neo"/>
              </a:rPr>
              <a:t>대가는 refcount다. </a:t>
            </a: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주소가 주소로 남으려면 원소가 해제되면 안 되고, 그러려면 그래프가 refcount를 든다. unlink된 원소가 바로 회수되지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3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주소가 계속 그 원소를 가리킬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214883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refcount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0840" y="2532887"/>
            <a:ext cx="5029200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20840" y="2752343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역참조 도중 해제되지 않을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752343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지연 회수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0840" y="3136391"/>
            <a:ext cx="5029200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3355847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링크 전 원소가 이름을 갖지 않을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3355847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STAGED_TAG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20840" y="3739895"/>
            <a:ext cx="5029200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20840" y="3959351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밀려난 주소를 놓치지 않을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395935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hold 안에서 읽기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4343399"/>
            <a:ext cx="5029200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0840" y="4562855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인덱스가 사라질 때 전부 놓을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4562855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Drop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20840" y="4946903"/>
            <a:ext cx="5029200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쓰기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vadd — 두 저장소에 쓰는 유일한 명령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원칙은 하나. 양쪽을 먼저 준비하고, 보이게 만드는 것만 한 락 안에서 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399"/>
            <a:ext cx="14996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05256" y="2185415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478023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6191C"/>
                </a:solidFill>
                <a:latin typeface="Menlo"/>
                <a:ea typeface="Menlo"/>
                <a:cs typeface="Menlo"/>
              </a:rPr>
              <a:t>coords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898647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본문 → f32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2057399"/>
            <a:ext cx="14996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478024" y="2185415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2478023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for_write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2898647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메타 읽고 소유권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2776" y="2057399"/>
            <a:ext cx="14996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050792" y="2185415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2478023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reserve_elem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2" y="2898647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원소 몸통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95544" y="2057399"/>
            <a:ext cx="14996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23560" y="2185415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478023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898647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HNSW add · ~370us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68312" y="2057399"/>
            <a:ext cx="1499616" cy="1371600"/>
          </a:xfrm>
          <a:prstGeom prst="rect">
            <a:avLst/>
          </a:prstGeom>
          <a:solidFill>
            <a:srgbClr val="EAECE7"/>
          </a:solidFill>
          <a:ln w="1270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96328" y="2185415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2478023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insert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2898647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결과 확정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2057399"/>
            <a:ext cx="1499616" cy="1371600"/>
          </a:xfrm>
          <a:prstGeom prst="rect">
            <a:avLst/>
          </a:prstGeom>
          <a:solidFill>
            <a:srgbClr val="EAECE7"/>
          </a:solidFill>
          <a:ln w="12700">
            <a:solidFill>
              <a:srgbClr val="4A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69096" y="2185415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2478023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rename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096" y="2898647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주소로 이름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13848" y="2057399"/>
            <a:ext cx="14996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41864" y="2185415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41864" y="2478023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drop_node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41864" y="2898647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밀어낸 노드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68312" y="1746503"/>
            <a:ext cx="3072384" cy="274320"/>
          </a:xfrm>
          <a:prstGeom prst="rect">
            <a:avLst/>
          </a:prstGeom>
          <a:solidFill>
            <a:srgbClr val="16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68312" y="1746503"/>
            <a:ext cx="30723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1F3EF"/>
                </a:solidFill>
                <a:latin typeface="Menlo"/>
                <a:ea typeface="Menlo"/>
                <a:cs typeface="Menlo"/>
              </a:rPr>
              <a:t>held 쓰기 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840479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④가 가장 비싸고, ⑤가 되돌릴 수 없는 지점이다.</a:t>
            </a:r>
          </a:p>
          <a:p>
            <a:pPr algn="l">
              <a:lnSpc>
                <a:spcPct val="145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do_map_elem_link이 CLOG_MAP_ELEM_INSERT를 내보낸다 — 복제본과 영속화 로그가 이때 이 쓰기를 갖는다. 그래서 실패할 수 있는 일이 전부 그 앞에 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3749039"/>
            <a:ext cx="4602175" cy="1321308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58584" y="3895343"/>
            <a:ext cx="4309567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// coll_map.c — do_map_elem_link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do_map_elem_replace(info, &amp;pinfo, elem);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CLOG_MAP_ELEM_INSERT(info, old_elem, elem);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//  ↑ 쓰기가 이 노드를 떠나는 지점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vcreate는 왜 probe를 하지 않는가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probe는 이미 지나간 순간에 대한 답이다. insert 하나가 네 갈래를 다 알려준다.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79"/>
            <a:ext cx="5669280" cy="1064133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157983"/>
            <a:ext cx="5376672" cy="7715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let settled = store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.alloc_elem(name, META_FIELD, &amp;meta.encode(layout))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.and_then(|pending| pending.insert_creating(attr));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19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Ok(true)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24611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이름이 비어 있었다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3246119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Map도 원소도 우리 것 → CREATED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3630167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849623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Ok(false)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849623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메타데이터 없는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849623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우리 것 아님 → 되빼고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4233671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4453127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Err(ElemExists)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45312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이미 인덱스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453127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인수하거나 EXISTS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4837175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5056631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Err(BadType)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5056631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Map이 아닌 아이템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5056631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CLIENT_ERROR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5440679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5824727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엔진의 캐시 락 안에서 정해진 것이라, 보는 것과 하는 것 사이에 창이 없다.</a:t>
            </a:r>
          </a:p>
          <a:p>
            <a:pPr algn="l">
              <a:lnSpc>
                <a:spcPct val="140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등록도 엔진 쓰기보다 앞이다. 그 사이 구간은 '미발행' 표식이 덮는다.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동시성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락은 둘, 모양이 다르다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06372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039111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A52A6"/>
                </a:solidFill>
                <a:latin typeface="Menlo"/>
                <a:ea typeface="Menlo"/>
                <a:cs typeface="Menlo"/>
              </a:rPr>
              <a:t>RwLock&lt;Index&gt;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039111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reserve · reset 배제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41447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공유. usearch가 문서로 요구한다 — 'During reserve, no insertions may be happening'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108959"/>
            <a:ext cx="106372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273551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6B6B"/>
                </a:solidFill>
                <a:latin typeface="Menlo"/>
                <a:ea typeface="Menlo"/>
                <a:cs typeface="Menlo"/>
              </a:rPr>
              <a:t>RwLock&lt;HeldSet&gt;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273551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두 저장소 걸친 구간 배제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75887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배타. 구간이 usearch 밖(엔진 호출)까지 간다. 쓰기 경로만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1999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합칠 수 없는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974335"/>
            <a:ext cx="10637215" cy="1578483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3544" y="5120639"/>
            <a:ext cx="10344607" cy="1285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지금            stage  [inner.read ── add 370us ──]  여럿이 동시에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            publish            [inner.read + held.write]  ~0.2us 만 배타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하나로 합치면   publish 가 쓰기 락 → 진행 중인 370us 삽입 전부를 기다린다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            → 워커 N개의 처리량이 N분의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검색은 락을 하나도 잡지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노드당 하는 일이 태그 비트 검사 하나다.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79"/>
            <a:ext cx="10637215" cy="1064133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157983"/>
            <a:ext cx="10344607" cy="7715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Some(matches) =&gt; self.matches(&amp;index, query, k, |key| {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!held::is_staged(key) &amp;&amp; matches(key)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}),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01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5B6470"/>
                </a:solidFill>
                <a:latin typeface="Menlo"/>
                <a:ea typeface="Menlo"/>
                <a:cs typeface="Menlo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3501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5B6470"/>
                </a:solidFill>
                <a:latin typeface="Menlo"/>
                <a:ea typeface="Menlo"/>
                <a:cs typeface="Menlo"/>
              </a:rPr>
              <a:t>노드당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3501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5B6470"/>
                </a:solidFill>
                <a:latin typeface="Menlo"/>
                <a:ea typeface="Menlo"/>
                <a:cs typeface="Menlo"/>
              </a:rPr>
              <a:t>통과 노드당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3501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5B6470"/>
                </a:solidFill>
                <a:latin typeface="Menlo"/>
                <a:ea typeface="Menlo"/>
                <a:cs typeface="Menlo"/>
              </a:rPr>
              <a:t>질의당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679316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80733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A03636"/>
                </a:solidFill>
                <a:latin typeface="Apple SD Gothic Neo"/>
                <a:ea typeface="Apple SD Gothic Neo"/>
                <a:cs typeface="Apple SD Gothic Neo"/>
              </a:rPr>
              <a:t>예전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8073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읽기 락 + 집합 조회</a:t>
            </a:r>
          </a:p>
          <a:p>
            <a:pPr algn="l">
              <a:lnSpc>
                <a:spcPct val="120000"/>
              </a:lnSpc>
              <a:spcBef>
                <a:spcPts val="742"/>
              </a:spcBef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+ Arc&lt;str&gt; 할당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8073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map_elem_get</a:t>
            </a:r>
          </a:p>
          <a:p>
            <a:pPr algn="l">
              <a:lnSpc>
                <a:spcPct val="120000"/>
              </a:lnSpc>
              <a:spcBef>
                <a:spcPts val="742"/>
              </a:spcBef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+ refcount 보유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80733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held 가드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374260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520564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4E6B34"/>
                </a:solidFill>
                <a:latin typeface="Apple SD Gothic Neo"/>
                <a:ea typeface="Apple SD Gothic Neo"/>
                <a:cs typeface="Apple SD Gothic Neo"/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52056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비트 검사 하나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452056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ATTR ≤128B 복사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52056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스탬프 로드</a:t>
            </a:r>
          </a:p>
          <a:p>
            <a:pPr algn="l">
              <a:lnSpc>
                <a:spcPct val="120000"/>
              </a:lnSpc>
              <a:spcBef>
                <a:spcPts val="742"/>
              </a:spcBef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+ 슬롯 CAS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087492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549897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술어의 답이 결과 집합 전체를 좌우한다. </a:t>
            </a: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잘못된 true 하나가 usearch의 가지치기 반경을 좁혀 진짜 이웃을 후보에서 자른다 — 그래서 이 읽기는 반드시 유효해야 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지연 회수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그러면 읽는 중에 해제되는 건 무엇이 막나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799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읽는 동안 refcount로 고정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810511"/>
            <a:ext cx="868680" cy="310896"/>
          </a:xfrm>
          <a:prstGeom prst="rect">
            <a:avLst/>
          </a:prstGeom>
          <a:solidFill>
            <a:srgbClr val="A0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06440" y="1810511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847087"/>
            <a:ext cx="45107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engine.h에 acquire가 없다. 올리는 길이 map_elem_get뿐인데 필드가 필요해 순환이고 전역 캐시 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15183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읽는 동안 락을 든다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596895"/>
            <a:ext cx="868680" cy="310896"/>
          </a:xfrm>
          <a:prstGeom prst="rect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06440" y="2596895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633471"/>
            <a:ext cx="45107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예전 방식. 노드당 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7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읽을 수 있는 자가 없음을 증명한다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3383279"/>
            <a:ext cx="868680" cy="310896"/>
          </a:xfrm>
          <a:prstGeom prst="rect">
            <a:avLst/>
          </a:prstGeom>
          <a:solidFill>
            <a:srgbClr val="4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06440" y="3383279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지금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419855"/>
            <a:ext cx="45107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해제를 미룬다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343399"/>
            <a:ext cx="10637215" cy="1835658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3544" y="4489703"/>
            <a:ext cx="10344607" cy="154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검색 시작   스탬프를 슬롯에 꽂는다     슬롯 128개 고정 배열, 자기 홈에서 CAS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방문 노드   그냥 역참조                락 없음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검색 끝     슬롯을 비운다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retire      (주소, 그때 스탬프 + 1) 을 큐에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reclaim     아직 꽂힌 스탬프의 최솟값이 그 값 이상이면 반납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98513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반납 조건 = </a:t>
            </a: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이 삭제보다 먼저 시작한 조회가 전부 끝났다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지연 회수 · 반례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끝난 개수로 세면 틀린다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검색은 시작 순서대로 끝나지 않는다.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19"/>
            <a:ext cx="10637215" cy="1578483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249423"/>
            <a:ext cx="10344607" cy="1285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A 시작        started = 1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B 시작        started = 2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retire        스냅숏 = 2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B 종료        ended = 1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C 시작·종료   ended = 2   → 반납.  그런데 A가 아직 그 주소를 읽고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4210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그래서 개수가 아니라 아직 도는 것 중 가장 오래된 스탬프를 본다.</a:t>
            </a:r>
          </a:p>
          <a:p>
            <a:pPr algn="l">
              <a:lnSpc>
                <a:spcPct val="145000"/>
              </a:lnSpc>
              <a:spcBef>
                <a:spcPts val="825"/>
              </a:spcBef>
            </a:pPr>
            <a:r>
              <a:rPr sz="15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슬롯이 다 차서 등록하지 못한 검색이 있으면 0을 돌려주어 회수를 전부 막는다 — 드물고, 안전한 쪽이다.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3837050"/>
            <a:ext cx="4510735" cy="2607183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50024" y="3983354"/>
            <a:ext cx="4218127" cy="2314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fn oldest_reader(&amp;self) -&gt; u64 {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if self.unslotted.load(Acquire) &gt; 0 {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    return 0;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}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self.readers.iter()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    .map(|c| c.load(Acquire))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    .min()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    .unwrap_or(NO_READER)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왜 우리가 지켜야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usearch는 우리 수명을 모른다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usearch는 자기 문서대로 스레드 안전하다 — 동시 add·search·remove가 자기 자료구조를 깨뜨리지 않는다. 그런데 우리 키는 다른 시스템의 포인터다.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88919"/>
            <a:ext cx="10637215" cy="1321308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935223"/>
            <a:ext cx="10344607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// index_dense.hpp — filtered_search 가 넘기는 술어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auto allow = [free_key_copy, &amp;predicate](member_cref_t const&amp; member) noexcept {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  return (vector_key_t)member.key != free_key_copy &amp;&amp; predicate(member.key);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};                                              // ↑ 락 없음, 평범한 필드 읽기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4547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삭제가 콜백 도중에 들어옵니다.</a:t>
            </a:r>
          </a:p>
          <a:p>
            <a:pPr algn="l">
              <a:lnSpc>
                <a:spcPct val="140000"/>
              </a:lnSpc>
              <a:spcBef>
                <a:spcPts val="797"/>
              </a:spcBef>
            </a:pP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search_가 잡는 것은 스레드 컨텍스트 슬롯 하나뿐이고, remove는 slot_lookup_mutex_와 free_keys_mutex_를 잡는다. 겹치는 락이 없다.</a:t>
            </a:r>
          </a:p>
          <a:p>
            <a:pPr algn="l">
              <a:lnSpc>
                <a:spcPct val="140000"/>
              </a:lnSpc>
              <a:spcBef>
                <a:spcPts val="797"/>
              </a:spcBef>
            </a:pP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테스트로 못 박았다 — 콜백이 자기가 어느 노드 안인지 알리고 블록한 상태에서, 다른 스레드의 remove가 완료된다.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4293107"/>
            <a:ext cx="4510735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0" y="4494275"/>
            <a:ext cx="4053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4E6B34"/>
                </a:solidFill>
                <a:latin typeface="Apple SD Gothic Neo"/>
                <a:ea typeface="Apple SD Gothic Neo"/>
                <a:cs typeface="Apple SD Gothic Neo"/>
              </a:rPr>
              <a:t>usearch가 지키는 것</a:t>
            </a:r>
          </a:p>
          <a:p>
            <a:pPr algn="l">
              <a:lnSpc>
                <a:spcPct val="135000"/>
              </a:lnSpc>
              <a:spcBef>
                <a:spcPts val="742"/>
              </a:spcBef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그래프 노드 · slot_lookup_ 표 · 동시 add/search/remove</a:t>
            </a:r>
          </a:p>
          <a:p>
            <a:pPr algn="l">
              <a:lnSpc>
                <a:spcPct val="135000"/>
              </a:lnSpc>
              <a:spcBef>
                <a:spcPts val="742"/>
              </a:spcBef>
            </a:pPr>
            <a:r>
              <a:rPr sz="1350" b="1">
                <a:solidFill>
                  <a:srgbClr val="A03636"/>
                </a:solidFill>
                <a:latin typeface="Apple SD Gothic Neo"/>
                <a:ea typeface="Apple SD Gothic Neo"/>
                <a:cs typeface="Apple SD Gothic Neo"/>
              </a:rPr>
              <a:t>우리가 지켜야 하는 것</a:t>
            </a:r>
          </a:p>
          <a:p>
            <a:pPr algn="l">
              <a:lnSpc>
                <a:spcPct val="135000"/>
              </a:lnSpc>
              <a:spcBef>
                <a:spcPts val="742"/>
              </a:spcBef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키가 가리키는 엔진 원소의 수명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청소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만료·축출된 인덱스는 누가 치우나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일은 스레드가 하고, 커넥션은 쿠키가 필요한 호출 하나만 빌려준다.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399"/>
            <a:ext cx="10637215" cy="1321308"/>
          </a:xfrm>
          <a:prstGeom prst="rect">
            <a:avLst/>
          </a:prstGeom>
          <a:solidFill>
            <a:srgbClr val="EAECE7"/>
          </a:solidFill>
          <a:ln w="12700">
            <a:solidFill>
              <a:srgbClr val="CC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203703"/>
            <a:ext cx="10344607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arcvector-sweep   가장 차가운 10개 이름을 골라 내놓는다   ← 전체 엔트리를 읽는다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커넥션 ①        getattr(이름₁) → 없다, 돌려준다        ← 이거 하나. 끝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  커넥션 ②        getattr(이름₂) → 있다, 잊는다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16191C"/>
                </a:solidFill>
                <a:latin typeface="Menlo"/>
                <a:ea typeface="Menlo"/>
                <a:cs typeface="Menlo"/>
              </a:rPr>
              <a:t>arcvector-sweep   없다고 온 것을 빼고 해체한다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3027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기준은 하나 — 쿠키가 필요한가.</a:t>
            </a:r>
          </a:p>
          <a:p>
            <a:pPr algn="l">
              <a:lnSpc>
                <a:spcPct val="140000"/>
              </a:lnSpc>
              <a:spcBef>
                <a:spcPts val="797"/>
              </a:spcBef>
            </a:pP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getattr은 키를 받는 API라 ACTION_BEFORE_READ가 쿠키를 넘긴다. 마이그레이션 중이면 널 역참조다. 고르기와 해체는 쿠키가 필요 없다.</a:t>
            </a:r>
          </a:p>
          <a:p>
            <a:pPr algn="l">
              <a:lnSpc>
                <a:spcPct val="140000"/>
              </a:lnSpc>
              <a:spcBef>
                <a:spcPts val="797"/>
              </a:spcBef>
            </a:pPr>
            <a:r>
              <a:rPr sz="14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차가운 순서인 이유: 방금 만진 인덱스는 방금 Map이 있었던 인덱스다.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3543299"/>
            <a:ext cx="451073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0" y="3744467"/>
            <a:ext cx="4053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A03636"/>
                </a:solidFill>
                <a:latin typeface="Apple SD Gothic Neo"/>
                <a:ea typeface="Apple SD Gothic Neo"/>
                <a:cs typeface="Apple SD Gothic Neo"/>
              </a:rPr>
              <a:t>해체를 레지스트리 락 안에서 하고 있었다</a:t>
            </a:r>
          </a:p>
          <a:p>
            <a:pPr algn="l">
              <a:lnSpc>
                <a:spcPct val="135000"/>
              </a:lnSpc>
              <a:spcBef>
                <a:spcPts val="742"/>
              </a:spcBef>
            </a:pPr>
            <a:r>
              <a:rPr sz="135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마지막 Arc가 떨어지면 벡터마다 refcount 반납 + HNSW 소멸자. 200만이면 그 시간이 전부 쓰기 락 안에서 흐르고, 모든 명령의 이름 조회가 선다.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I5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데몬은 죽지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메모리가 없으면 응답으로 답한다. abort하지 않는다.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399"/>
            <a:ext cx="82296" cy="713232"/>
          </a:xfrm>
          <a:prstGeom prst="rect">
            <a:avLst/>
          </a:prstGeom>
          <a:solidFill>
            <a:srgbClr val="4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057399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자라는 컬렉션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57399"/>
            <a:ext cx="7025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try_reserve 먼저, 실패는 에러로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71799"/>
            <a:ext cx="82296" cy="713232"/>
          </a:xfrm>
          <a:prstGeom prst="rect">
            <a:avLst/>
          </a:prstGeom>
          <a:solidFill>
            <a:srgbClr val="A0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2971799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와이어에서 온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971799"/>
            <a:ext cx="7025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VSIM VECTOR ix 4000000000 … 한 줄이 데몬을 죽였다. 파싱이 MAX_RESULTS로 막고, 버퍼는 실제 히트 수에서 잡는다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86199"/>
            <a:ext cx="82296" cy="713232"/>
          </a:xfrm>
          <a:prstGeom prst="rect">
            <a:avLst/>
          </a:prstGeom>
          <a:solidFill>
            <a:srgbClr val="A0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3886199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reserve 결과를 버리는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886199"/>
            <a:ext cx="7025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let _ = reserve() 뒤의 insert가 abort였다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00599"/>
            <a:ext cx="82296" cy="713232"/>
          </a:xfrm>
          <a:prstGeom prst="rect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4800599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단일 할당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800599"/>
            <a:ext cx="7025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format!·Box::new·collect는 여전히 abort. 미해결 §7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알려진 구멍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남은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고칠 수 없다고 판단한 것들. 리뷰에서 다시 발견해도 새 버그가 아니다.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399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191C"/>
                </a:solidFill>
                <a:latin typeface="Menlo"/>
                <a:ea typeface="Menlo"/>
                <a:cs typeface="Menlo"/>
              </a:rPr>
              <a:t>mop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057399"/>
            <a:ext cx="7802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클라이언트가 같은 길이로 갱신하면 엔진이 제자리 memcpy를 한다. 그때 술어가 읽고 있으면 찢어진 값을 본다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660903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843783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191C"/>
                </a:solidFill>
                <a:latin typeface="Menlo"/>
                <a:ea typeface="Menlo"/>
                <a:cs typeface="Menlo"/>
              </a:rPr>
              <a:t>mop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843783"/>
            <a:ext cx="7802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Map이 멀쩡해서 청소도 메타데이터 판정도 안 걸린다. 그 refcount는 인덱스가 드롭될 때까지 남는다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3447287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630167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191C"/>
                </a:solidFill>
                <a:latin typeface="Menlo"/>
                <a:ea typeface="Menlo"/>
                <a:cs typeface="Menlo"/>
              </a:rPr>
              <a:t>HeldSet 중복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30167"/>
            <a:ext cx="7802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usearch의 slot_lookup_과 같은 정보. 없애려면 export_keys를 바인딩에 뚫어야 하고, 절약은 2M 기준 전체의 0.5%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4233671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416551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191C"/>
                </a:solidFill>
                <a:latin typeface="Menlo"/>
                <a:ea typeface="Menlo"/>
                <a:cs typeface="Menlo"/>
              </a:rPr>
              <a:t>단일 할당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416551"/>
            <a:ext cx="7802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해체 경로의 16MB Vec 둘이 가장 크다. 청크로 끊으면 없어진다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5020055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202935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191C"/>
                </a:solidFill>
                <a:latin typeface="Menlo"/>
                <a:ea typeface="Menlo"/>
                <a:cs typeface="Menlo"/>
              </a:rPr>
              <a:t>빈 인덱스 1.1MB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5202935"/>
            <a:ext cx="7802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470"/>
                </a:solidFill>
                <a:latin typeface="Apple SD Gothic Neo"/>
                <a:ea typeface="Apple SD Gothic Neo"/>
                <a:cs typeface="Apple SD Gothic Neo"/>
              </a:rPr>
              <a:t>THREAD_SLOTS=64가 usearch에 스트라이프 락 테이블을 잡게 한다. 인덱스 1000개면 1.1GB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806439"/>
            <a:ext cx="10637215" cy="0"/>
          </a:xfrm>
          <a:prstGeom prst="line">
            <a:avLst/>
          </a:prstGeom>
          <a:ln w="12700">
            <a:solidFill>
              <a:srgbClr val="E4E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한 문장씩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792224"/>
            <a:ext cx="10637215" cy="0"/>
          </a:xfrm>
          <a:prstGeom prst="line">
            <a:avLst/>
          </a:prstGeom>
          <a:ln w="12700">
            <a:solidFill>
              <a:srgbClr val="CCD2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59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59"/>
            <a:ext cx="9951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Map이 원본, 그래프는 캐시. 실패는 캐시가 낡는 쪽으로 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1576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15767"/>
            <a:ext cx="9951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키를 주소로 두어 매핑 165MB를 없앴다. 대가로 refcount를 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65575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65575"/>
            <a:ext cx="9951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쓰기는 두 저장소를 한 락 안에서 묶고, 실패할 수 있는 일은 전부 그 앞에 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15383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215383"/>
            <a:ext cx="9951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읽기는 락을 잡지 않는다. 해제를 미뤄서 같은 것을 보장한다.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65191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E6B3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65191"/>
            <a:ext cx="9951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191C"/>
                </a:solidFill>
                <a:latin typeface="Apple SD Gothic Neo"/>
                <a:ea typeface="Apple SD Gothic Neo"/>
                <a:cs typeface="Apple SD Gothic Neo"/>
              </a:rPr>
              <a:t>커넥션이 하는 일은 쿠키가 필요한 호출뿐. 나머지는 스레드로 보냈다.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0"/>
                </a:solidFill>
                <a:latin typeface="Menlo"/>
                <a:ea typeface="Menlo"/>
                <a:cs typeface="Menlo"/>
              </a:rPr>
              <a:t>docs/내부구조.md · docs/코드리뷰.md · docs/미해결.md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